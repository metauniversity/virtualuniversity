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sldIdLst>
    <p:sldId id="258" r:id="rId2"/>
    <p:sldId id="259" r:id="rId3"/>
    <p:sldId id="257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1"/>
    <p:restoredTop sz="94648"/>
  </p:normalViewPr>
  <p:slideViewPr>
    <p:cSldViewPr snapToGrid="0" snapToObjects="1">
      <p:cViewPr>
        <p:scale>
          <a:sx n="87" d="100"/>
          <a:sy n="87" d="100"/>
        </p:scale>
        <p:origin x="328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8350-A852-964B-B0C7-FC6CCD8F70D3}" type="datetimeFigureOut">
              <a:rPr lang="en-US" smtClean="0"/>
              <a:t>3/12/22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CEB93CDF-0181-9042-A606-57ECBD450752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2155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8350-A852-964B-B0C7-FC6CCD8F70D3}" type="datetimeFigureOut">
              <a:rPr lang="en-US" smtClean="0"/>
              <a:t>3/12/22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3CDF-0181-9042-A606-57ECBD45075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797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8350-A852-964B-B0C7-FC6CCD8F70D3}" type="datetimeFigureOut">
              <a:rPr lang="en-US" smtClean="0"/>
              <a:t>3/12/22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3CDF-0181-9042-A606-57ECBD450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249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8350-A852-964B-B0C7-FC6CCD8F70D3}" type="datetimeFigureOut">
              <a:rPr lang="en-US" smtClean="0"/>
              <a:t>3/12/22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3CDF-0181-9042-A606-57ECBD450752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28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8350-A852-964B-B0C7-FC6CCD8F70D3}" type="datetimeFigureOut">
              <a:rPr lang="en-US" smtClean="0"/>
              <a:t>3/12/22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3CDF-0181-9042-A606-57ECBD450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907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8350-A852-964B-B0C7-FC6CCD8F70D3}" type="datetimeFigureOut">
              <a:rPr lang="en-US" smtClean="0"/>
              <a:t>3/12/22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3CDF-0181-9042-A606-57ECBD45075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400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8350-A852-964B-B0C7-FC6CCD8F70D3}" type="datetimeFigureOut">
              <a:rPr lang="en-US" smtClean="0"/>
              <a:t>3/12/22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3CDF-0181-9042-A606-57ECBD450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224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8350-A852-964B-B0C7-FC6CCD8F70D3}" type="datetimeFigureOut">
              <a:rPr lang="en-US" smtClean="0"/>
              <a:t>3/12/22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3CDF-0181-9042-A606-57ECBD450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95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8350-A852-964B-B0C7-FC6CCD8F70D3}" type="datetimeFigureOut">
              <a:rPr lang="en-US" smtClean="0"/>
              <a:t>3/12/22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3CDF-0181-9042-A606-57ECBD450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65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8350-A852-964B-B0C7-FC6CCD8F70D3}" type="datetimeFigureOut">
              <a:rPr lang="en-US" smtClean="0"/>
              <a:t>3/12/22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3CDF-0181-9042-A606-57ECBD450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62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A8350-A852-964B-B0C7-FC6CCD8F70D3}" type="datetimeFigureOut">
              <a:rPr lang="en-US" smtClean="0"/>
              <a:t>3/12/22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B93CDF-0181-9042-A606-57ECBD4507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011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6A7A8350-A852-964B-B0C7-FC6CCD8F70D3}" type="datetimeFigureOut">
              <a:rPr lang="en-US" smtClean="0"/>
              <a:t>3/12/22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93CDF-0181-9042-A606-57ECBD450752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77528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Content Placeholder 18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7DFAC578-EF42-9444-8CDE-E8E141F759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0663" y="208612"/>
            <a:ext cx="8830674" cy="6440775"/>
          </a:xfrm>
        </p:spPr>
      </p:pic>
    </p:spTree>
    <p:extLst>
      <p:ext uri="{BB962C8B-B14F-4D97-AF65-F5344CB8AC3E}">
        <p14:creationId xmlns:p14="http://schemas.microsoft.com/office/powerpoint/2010/main" val="3870583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C37E8174-8928-0043-949E-10C9B186C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694" y="1218973"/>
            <a:ext cx="9354611" cy="4420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4FBA5F30-2534-FF4D-B804-7F27DD7D2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549" y="1455452"/>
            <a:ext cx="7009241" cy="46085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831DFF-D7AF-5847-995B-16BA4C91CC0F}"/>
              </a:ext>
            </a:extLst>
          </p:cNvPr>
          <p:cNvSpPr txBox="1"/>
          <p:nvPr/>
        </p:nvSpPr>
        <p:spPr>
          <a:xfrm>
            <a:off x="5154717" y="793972"/>
            <a:ext cx="99578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/>
              <a:t>ERD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B89269-6BF6-C841-B39F-8F4D39B61348}"/>
              </a:ext>
            </a:extLst>
          </p:cNvPr>
          <p:cNvSpPr txBox="1"/>
          <p:nvPr/>
        </p:nvSpPr>
        <p:spPr>
          <a:xfrm>
            <a:off x="3049621" y="3249198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Project Charter</a:t>
            </a:r>
          </a:p>
        </p:txBody>
      </p:sp>
    </p:spTree>
    <p:extLst>
      <p:ext uri="{BB962C8B-B14F-4D97-AF65-F5344CB8AC3E}">
        <p14:creationId xmlns:p14="http://schemas.microsoft.com/office/powerpoint/2010/main" val="3049819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49D9-7A69-B444-AC83-3C02EDD2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UI Mockup </a:t>
            </a: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9C2AD6B3-DBE1-0348-8FC3-EF42A4562E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1279" y="1517516"/>
            <a:ext cx="6672581" cy="4532448"/>
          </a:xfrm>
        </p:spPr>
      </p:pic>
    </p:spTree>
    <p:extLst>
      <p:ext uri="{BB962C8B-B14F-4D97-AF65-F5344CB8AC3E}">
        <p14:creationId xmlns:p14="http://schemas.microsoft.com/office/powerpoint/2010/main" val="796344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49D9-7A69-B444-AC83-3C02EDD2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UI Mockup </a:t>
            </a:r>
          </a:p>
        </p:txBody>
      </p:sp>
      <p:pic>
        <p:nvPicPr>
          <p:cNvPr id="7" name="Content Placeholder 6" descr="Graphical user interface, chart, waterfall chart&#10;&#10;Description automatically generated">
            <a:extLst>
              <a:ext uri="{FF2B5EF4-FFF2-40B4-BE49-F238E27FC236}">
                <a16:creationId xmlns:a16="http://schemas.microsoft.com/office/drawing/2014/main" id="{1A7AE295-8655-F842-ADD7-F7E9EBFA5A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2510" y="2052638"/>
            <a:ext cx="6057917" cy="3997325"/>
          </a:xfrm>
        </p:spPr>
      </p:pic>
    </p:spTree>
    <p:extLst>
      <p:ext uri="{BB962C8B-B14F-4D97-AF65-F5344CB8AC3E}">
        <p14:creationId xmlns:p14="http://schemas.microsoft.com/office/powerpoint/2010/main" val="3270333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49D9-7A69-B444-AC83-3C02EDD2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UI Mockup </a:t>
            </a:r>
          </a:p>
        </p:txBody>
      </p:sp>
      <p:pic>
        <p:nvPicPr>
          <p:cNvPr id="7" name="Content Placeholder 6" descr="Graphical user interface, chart, waterfall chart&#10;&#10;Description automatically generated">
            <a:extLst>
              <a:ext uri="{FF2B5EF4-FFF2-40B4-BE49-F238E27FC236}">
                <a16:creationId xmlns:a16="http://schemas.microsoft.com/office/drawing/2014/main" id="{6550E196-2E7A-294F-A7F3-67EBC12F8F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2510" y="2052638"/>
            <a:ext cx="6057917" cy="3997325"/>
          </a:xfrm>
        </p:spPr>
      </p:pic>
    </p:spTree>
    <p:extLst>
      <p:ext uri="{BB962C8B-B14F-4D97-AF65-F5344CB8AC3E}">
        <p14:creationId xmlns:p14="http://schemas.microsoft.com/office/powerpoint/2010/main" val="4170130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49D9-7A69-B444-AC83-3C02EDD2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UI Mockup </a:t>
            </a:r>
          </a:p>
        </p:txBody>
      </p:sp>
      <p:pic>
        <p:nvPicPr>
          <p:cNvPr id="7" name="Content Placeholder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3A753392-39CD-BF49-AD93-DA0F7D8AE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9434" y="2052638"/>
            <a:ext cx="6344069" cy="3997325"/>
          </a:xfrm>
        </p:spPr>
      </p:pic>
    </p:spTree>
    <p:extLst>
      <p:ext uri="{BB962C8B-B14F-4D97-AF65-F5344CB8AC3E}">
        <p14:creationId xmlns:p14="http://schemas.microsoft.com/office/powerpoint/2010/main" val="2416792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D49D9-7A69-B444-AC83-3C02EDD20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b="1" dirty="0">
                <a:latin typeface="Arial" panose="020B0604020202020204" pitchFamily="34" charset="0"/>
                <a:cs typeface="Arial" panose="020B0604020202020204" pitchFamily="34" charset="0"/>
              </a:rPr>
              <a:t>UI Mockup </a:t>
            </a:r>
          </a:p>
        </p:txBody>
      </p:sp>
      <p:pic>
        <p:nvPicPr>
          <p:cNvPr id="7" name="Content Placeholder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4AA0080-147D-3143-92F5-CB6AC13531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72078" y="2052638"/>
            <a:ext cx="5998782" cy="3997325"/>
          </a:xfrm>
        </p:spPr>
      </p:pic>
    </p:spTree>
    <p:extLst>
      <p:ext uri="{BB962C8B-B14F-4D97-AF65-F5344CB8AC3E}">
        <p14:creationId xmlns:p14="http://schemas.microsoft.com/office/powerpoint/2010/main" val="6896621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{EE7D5FDB-F726-BE47-85C5-9912E9446384}tf16401378</Template>
  <TotalTime>90</TotalTime>
  <Words>13</Words>
  <Application>Microsoft Macintosh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MS Shell Dlg 2</vt:lpstr>
      <vt:lpstr>Wingdings</vt:lpstr>
      <vt:lpstr>Wingdings 3</vt:lpstr>
      <vt:lpstr>Madison</vt:lpstr>
      <vt:lpstr>PowerPoint Presentation</vt:lpstr>
      <vt:lpstr>PowerPoint Presentation</vt:lpstr>
      <vt:lpstr>PowerPoint Presentation</vt:lpstr>
      <vt:lpstr>UI Mockup </vt:lpstr>
      <vt:lpstr>UI Mockup </vt:lpstr>
      <vt:lpstr>UI Mockup </vt:lpstr>
      <vt:lpstr>UI Mockup </vt:lpstr>
      <vt:lpstr>UI Mockup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NASLEY.GARCIA@lc.cuny.edu</dc:creator>
  <cp:lastModifiedBy>NASLEY.GARCIA@lc.cuny.edu</cp:lastModifiedBy>
  <cp:revision>1</cp:revision>
  <dcterms:created xsi:type="dcterms:W3CDTF">2022-03-12T16:29:57Z</dcterms:created>
  <dcterms:modified xsi:type="dcterms:W3CDTF">2022-03-12T18:00:26Z</dcterms:modified>
</cp:coreProperties>
</file>